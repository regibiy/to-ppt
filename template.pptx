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76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E2193-3B2A-43CE-A067-88969492A3B6}" type="datetimeFigureOut">
              <a:rPr lang="id-ID" smtClean="0"/>
              <a:t>08/11/2025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AC2AE-923F-4313-B289-0CA4A941956D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05002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E2193-3B2A-43CE-A067-88969492A3B6}" type="datetimeFigureOut">
              <a:rPr lang="id-ID" smtClean="0"/>
              <a:t>08/11/2025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AC2AE-923F-4313-B289-0CA4A941956D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67000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E2193-3B2A-43CE-A067-88969492A3B6}" type="datetimeFigureOut">
              <a:rPr lang="id-ID" smtClean="0"/>
              <a:t>08/11/2025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AC2AE-923F-4313-B289-0CA4A941956D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560858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E2193-3B2A-43CE-A067-88969492A3B6}" type="datetimeFigureOut">
              <a:rPr lang="id-ID" smtClean="0"/>
              <a:t>08/11/2025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AC2AE-923F-4313-B289-0CA4A941956D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98558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E2193-3B2A-43CE-A067-88969492A3B6}" type="datetimeFigureOut">
              <a:rPr lang="id-ID" smtClean="0"/>
              <a:t>08/11/2025</a:t>
            </a:fld>
            <a:endParaRPr lang="id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AC2AE-923F-4313-B289-0CA4A941956D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37912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E2193-3B2A-43CE-A067-88969492A3B6}" type="datetimeFigureOut">
              <a:rPr lang="id-ID" smtClean="0"/>
              <a:t>08/11/2025</a:t>
            </a:fld>
            <a:endParaRPr lang="id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AC2AE-923F-4313-B289-0CA4A941956D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039356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E2193-3B2A-43CE-A067-88969492A3B6}" type="datetimeFigureOut">
              <a:rPr lang="id-ID" smtClean="0"/>
              <a:t>08/11/2025</a:t>
            </a:fld>
            <a:endParaRPr lang="id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AC2AE-923F-4313-B289-0CA4A941956D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78055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E2193-3B2A-43CE-A067-88969492A3B6}" type="datetimeFigureOut">
              <a:rPr lang="id-ID" smtClean="0"/>
              <a:t>08/11/2025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AC2AE-923F-4313-B289-0CA4A941956D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019485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E2193-3B2A-43CE-A067-88969492A3B6}" type="datetimeFigureOut">
              <a:rPr lang="id-ID" smtClean="0"/>
              <a:t>08/11/2025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AC2AE-923F-4313-B289-0CA4A941956D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15253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E2193-3B2A-43CE-A067-88969492A3B6}" type="datetimeFigureOut">
              <a:rPr lang="id-ID" smtClean="0"/>
              <a:t>08/11/2025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AC2AE-923F-4313-B289-0CA4A941956D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502693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E2193-3B2A-43CE-A067-88969492A3B6}" type="datetimeFigureOut">
              <a:rPr lang="id-ID" smtClean="0"/>
              <a:t>08/11/2025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AC2AE-923F-4313-B289-0CA4A941956D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189203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FE2193-3B2A-43CE-A067-88969492A3B6}" type="datetimeFigureOut">
              <a:rPr lang="id-ID" smtClean="0"/>
              <a:t>08/11/2025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DAC2AE-923F-4313-B289-0CA4A941956D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9365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8E106F41-6BDB-4065-B2C6-BA31F40FC1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4687509"/>
              </p:ext>
            </p:extLst>
          </p:nvPr>
        </p:nvGraphicFramePr>
        <p:xfrm>
          <a:off x="508000" y="468654"/>
          <a:ext cx="81280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135068197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55727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CASE NUMBER</a:t>
                      </a:r>
                      <a:endParaRPr lang="id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d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5607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 MODEL</a:t>
                      </a:r>
                      <a:endParaRPr lang="id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d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11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SERIAL NUMBER</a:t>
                      </a:r>
                      <a:endParaRPr lang="id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d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939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CLAIM NUMBER</a:t>
                      </a:r>
                      <a:endParaRPr lang="id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d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209361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169964B8-166F-46F1-9923-216B41729100}"/>
              </a:ext>
            </a:extLst>
          </p:cNvPr>
          <p:cNvSpPr/>
          <p:nvPr/>
        </p:nvSpPr>
        <p:spPr>
          <a:xfrm>
            <a:off x="708211" y="2256615"/>
            <a:ext cx="3675529" cy="428762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7D4D1F-F14E-4DBD-90C1-D5F24528231A}"/>
              </a:ext>
            </a:extLst>
          </p:cNvPr>
          <p:cNvSpPr/>
          <p:nvPr/>
        </p:nvSpPr>
        <p:spPr>
          <a:xfrm>
            <a:off x="4760262" y="2256615"/>
            <a:ext cx="3675529" cy="428762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2D66AA-A604-4273-8DDD-351AB464E2EE}"/>
              </a:ext>
            </a:extLst>
          </p:cNvPr>
          <p:cNvSpPr/>
          <p:nvPr/>
        </p:nvSpPr>
        <p:spPr>
          <a:xfrm>
            <a:off x="5387790" y="2030707"/>
            <a:ext cx="2420471" cy="5063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5992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</TotalTime>
  <Words>8</Words>
  <Application>Microsoft Office PowerPoint</Application>
  <PresentationFormat>On-screen Show (4:3)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Regi Ridho Biyantomo</dc:creator>
  <cp:lastModifiedBy>Regi Ridho Biyantomo</cp:lastModifiedBy>
  <cp:revision>4</cp:revision>
  <dcterms:created xsi:type="dcterms:W3CDTF">2025-11-06T12:41:04Z</dcterms:created>
  <dcterms:modified xsi:type="dcterms:W3CDTF">2025-11-08T03:04:17Z</dcterms:modified>
</cp:coreProperties>
</file>