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22D3-ED33-4C6A-8C9D-D4F120E1F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0084A-768E-4523-AFE9-CD1EDCF8F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95FBE-D770-4757-A1BD-9205A9D9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2193-3B2A-43CE-A067-88969492A3B6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5A1BA-BF4E-468F-A325-EE96D5EAA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1DCAF-F554-4CAD-8A90-46DEBC93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2AE-923F-4313-B289-0CA4A941956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7197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5AAEC-29F2-4209-8EE5-FC1EF26CA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2F550-4273-47B9-8ECB-34B0DC7FF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7BA95-BA60-449B-940F-489D541CC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2193-3B2A-43CE-A067-88969492A3B6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B6460-F0F2-481A-9E20-4BAB473A6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C1B0B-2DE6-449B-85BA-178FBF5D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2AE-923F-4313-B289-0CA4A941956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1025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B6F4-4C42-4C2A-9A31-1AD416B3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B828-EE76-4BD0-B7E1-F89CB1DEE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CB85D-7F79-4D7B-9DC5-949A32C16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2193-3B2A-43CE-A067-88969492A3B6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3924D-7BA1-4C33-9ECF-E93348447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C8C36-6A5C-43F0-A459-9DCD8AD0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2AE-923F-4313-B289-0CA4A941956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81668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2706-5473-4ACB-AB7D-E649244F0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D19A6-DB12-48CF-8DEE-EF66C29EE6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F7A12-2747-4D24-9D3B-35B9BD3EF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32B51-A666-47EA-AA50-0512C92B4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2193-3B2A-43CE-A067-88969492A3B6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41317-0695-4985-8481-6198BE61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0B9F4-4164-4AF8-B304-026753B39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2AE-923F-4313-B289-0CA4A941956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96889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61681-CF7C-4B13-9DB7-5DB091C9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D6179-7880-4A7C-8017-47698B806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755E9-5555-48CC-8EBE-B9A56F72E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E6AE0E-2DE9-49C1-8A23-DDC14DA86B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AC8EAB-009C-435D-A669-B33629220D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E44070-B77D-4E20-B386-BA516CEE7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2193-3B2A-43CE-A067-88969492A3B6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25C728-1F55-4FB5-B810-B0198460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A79DF-1AA6-4ECF-9426-7DE341AA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2AE-923F-4313-B289-0CA4A941956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53494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38897-CBC5-41AF-9539-FFE53007F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264F4A-EB29-401E-91A7-1BBEC06A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2193-3B2A-43CE-A067-88969492A3B6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490B91-7753-46A2-B038-89898637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479ED-929A-4330-8983-06AA5A26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2AE-923F-4313-B289-0CA4A941956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04429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93A34D-3520-40DD-9C4D-09C673E98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2193-3B2A-43CE-A067-88969492A3B6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908878-415A-4AC4-ADFA-D4D14256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50624-B9EA-4586-A001-82C180B2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2AE-923F-4313-B289-0CA4A941956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2063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BF12-499D-46F7-A6F6-B31DD194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16803-36D0-41B7-B5EA-269E830B3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40294-1767-4D85-978E-12C010717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DE8A7-3DEE-4C5A-8368-AEC4A085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2193-3B2A-43CE-A067-88969492A3B6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1BD80-4E29-4B49-A5E1-6A9D4427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66874-A987-45EC-8363-FF683360B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2AE-923F-4313-B289-0CA4A941956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99396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1841B-F091-4934-90B4-DCC6F3714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6FFA60-53BC-4725-B5FE-F45F811CC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D0A92-7DCB-492B-8AF4-7905E01A7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C1941-BE86-475A-B1AA-F38B241B5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2193-3B2A-43CE-A067-88969492A3B6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DAF04-330F-4C4E-B26B-6287AEDF8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EF8E6-F1CA-4137-8408-DE9C3636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2AE-923F-4313-B289-0CA4A941956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94691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B306-4445-4B0A-A580-D1C3A7B66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90B88-5408-4B94-9645-409F9E823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87FBA-B0FD-47EF-82F7-F56B1D273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2193-3B2A-43CE-A067-88969492A3B6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42C43-30C7-436C-975C-9AD5006C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F9850-09C2-4A7C-9E1F-29595F1D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2AE-923F-4313-B289-0CA4A941956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82062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086C2C-4C5F-4EFA-BEE9-0C54F0231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92254-0305-4756-94A2-6734B3E19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E8ED7-60E1-4D58-BF00-0AF171E3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E2193-3B2A-43CE-A067-88969492A3B6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943AD-EE7C-4D9D-ACC5-887531D1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A932A-DB24-4118-8334-08F6330A2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2AE-923F-4313-B289-0CA4A941956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3453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EDE282-6326-4954-BB2B-15D65B122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B5290-B487-44E2-AAF1-F349EED3C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6533C-FE93-4434-B47F-24BC766D53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E2193-3B2A-43CE-A067-88969492A3B6}" type="datetimeFigureOut">
              <a:rPr lang="id-ID" smtClean="0"/>
              <a:t>06/11/2025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E2504-483B-4C6A-96D9-0E34D2ABEE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D2640-AC15-4DBB-A937-E1BABE57A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AC2AE-923F-4313-B289-0CA4A941956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2626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E106F41-6BDB-4065-B2C6-BA31F40FC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331668"/>
              </p:ext>
            </p:extLst>
          </p:nvPr>
        </p:nvGraphicFramePr>
        <p:xfrm>
          <a:off x="2032000" y="719666"/>
          <a:ext cx="812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3506819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5572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CASE NUMBER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607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UNIT MODEL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11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SERIAL NUMBER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939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CLAIM NUMBER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209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992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 Ridho Biyantomo</dc:creator>
  <cp:lastModifiedBy>Regi Ridho Biyantomo</cp:lastModifiedBy>
  <cp:revision>1</cp:revision>
  <dcterms:created xsi:type="dcterms:W3CDTF">2025-11-06T12:41:04Z</dcterms:created>
  <dcterms:modified xsi:type="dcterms:W3CDTF">2025-11-06T12:42:50Z</dcterms:modified>
</cp:coreProperties>
</file>