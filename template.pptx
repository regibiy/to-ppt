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60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966D"/>
    <a:srgbClr val="2C846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0" d="100"/>
          <a:sy n="80" d="100"/>
        </p:scale>
        <p:origin x="888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00AE95E-2D77-4B1E-8558-DF474F773F18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3D294D-5AA5-4044-946C-8FAB5B04A7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12850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33D294D-5AA5-4044-946C-8FAB5B04A7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38793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506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5417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4994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1517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297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52255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20932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85613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241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483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4517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8A028A-B623-4C5B-AF5C-862C1110FA74}" type="datetimeFigureOut">
              <a:rPr lang="en-US" smtClean="0"/>
              <a:pPr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5187AC-92FF-4BB7-99EB-38054C83B86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962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95471" y="1977202"/>
            <a:ext cx="3714293" cy="45481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5034238" y="1980824"/>
            <a:ext cx="3714293" cy="454814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8942121"/>
              </p:ext>
            </p:extLst>
          </p:nvPr>
        </p:nvGraphicFramePr>
        <p:xfrm>
          <a:off x="395471" y="332655"/>
          <a:ext cx="8352993" cy="1483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87227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CUSTOMER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SERIAL</a:t>
                      </a:r>
                      <a:r>
                        <a:rPr lang="en-US" b="1" baseline="0" dirty="0">
                          <a:solidFill>
                            <a:schemeClr val="bg1"/>
                          </a:solidFill>
                        </a:rPr>
                        <a:t> NUMBER</a:t>
                      </a:r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CASE</a:t>
                      </a:r>
                      <a:r>
                        <a:rPr lang="en-US" b="1" baseline="0" dirty="0">
                          <a:solidFill>
                            <a:schemeClr val="bg1"/>
                          </a:solidFill>
                        </a:rPr>
                        <a:t> NUMBER</a:t>
                      </a:r>
                      <a:endParaRPr lang="en-US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bg1"/>
                          </a:solidFill>
                        </a:rPr>
                        <a:t>CLAIM NUMBER</a:t>
                      </a:r>
                    </a:p>
                  </a:txBody>
                  <a:tcPr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7666472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D253C81F-89C7-4C16-AFCB-87D108203EC5}"/>
              </a:ext>
            </a:extLst>
          </p:cNvPr>
          <p:cNvSpPr/>
          <p:nvPr/>
        </p:nvSpPr>
        <p:spPr>
          <a:xfrm>
            <a:off x="5681148" y="1809169"/>
            <a:ext cx="2420471" cy="50630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d-ID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74396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1227</TotalTime>
  <Words>8</Words>
  <Application>Microsoft Office PowerPoint</Application>
  <PresentationFormat>On-screen Show (4:3)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Company>Toshiba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 : PT. LAJU PERDANA INDAH SERIAL NUMBER : 1TC570HAGT160421 CLAIM NO  :  WC1700978 / 112122506 STATUS/CN NO :  W7A0016845</dc:title>
  <dc:creator>yudiono</dc:creator>
  <cp:lastModifiedBy>Regi Ridho Biyantomo</cp:lastModifiedBy>
  <cp:revision>87</cp:revision>
  <dcterms:created xsi:type="dcterms:W3CDTF">2018-01-10T01:41:03Z</dcterms:created>
  <dcterms:modified xsi:type="dcterms:W3CDTF">2025-11-12T15:11:20Z</dcterms:modified>
</cp:coreProperties>
</file>